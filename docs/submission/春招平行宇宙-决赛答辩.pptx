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春招平行宇宙</a:t>
            </a:r>
          </a:p>
          <a:p>
            <a:r>
              <a:t>Career Multiverse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让 AI 替你跑完 1000 次春招</a:t>
            </a:r>
          </a:p>
          <a:p/>
          <a:p>
            <a:r>
              <a:t>可实验的人才市场沙盘</a:t>
            </a:r>
          </a:p>
          <a:p>
            <a:r>
              <a:t>tljcpa</a:t>
            </a:r>
          </a:p>
          <a:p>
            <a:r>
              <a:t>2026年7月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应届生求职的真问题：三个看不见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每年1158万应届生，人均投递60+简历，70%没有回音。</a:t>
            </a:r>
          </a:p>
          <a:p/>
          <a:p>
            <a:r>
              <a:t>1. 看不见 HR 的真实评价：淘汰理由不透明</a:t>
            </a:r>
          </a:p>
          <a:p>
            <a:r>
              <a:t>2. 看不见 公司的隐性门槛：实际门槛远高于JD</a:t>
            </a:r>
          </a:p>
          <a:p>
            <a:r>
              <a:t>3. 看不见 决策的后悔成本：反事实无法验证</a:t>
            </a:r>
          </a:p>
          <a:p/>
          <a:p>
            <a:r>
              <a:t>现状：人才市场至今只能凭经验决策，缺一个“先实验、再决策”的地方。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解决方案：把整个春招“虚拟跑一遍”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上传真实简历 + GitHub + Blog</a:t>
            </a:r>
          </a:p>
          <a:p>
            <a:r>
              <a:t>2. LLM 一次性多任务评估（五维画像评分+学校学历档加成）</a:t>
            </a:r>
          </a:p>
          <a:p>
            <a:r>
              <a:t>3. 数字分身进入 3D 沙盘宇宙</a:t>
            </a:r>
          </a:p>
          <a:p>
            <a:r>
              <a:t>   - 49家公司独立 HR Agent + 200名竞争者</a:t>
            </a:r>
          </a:p>
          <a:p>
            <a:r>
              <a:t>   - 蒙特卡洛扩展跑完 1000 次平行春招</a:t>
            </a:r>
          </a:p>
          <a:p>
            <a:r>
              <a:t>4. 输出预演结果：</a:t>
            </a:r>
          </a:p>
          <a:p>
            <a:r>
              <a:t>   - 1000次平行宇宙的KPI统计（offer率、去向分布）</a:t>
            </a:r>
          </a:p>
          <a:p>
            <a:r>
              <a:t>   - 反事实预演（如果改XX，结局如何变化）</a:t>
            </a:r>
          </a:p>
          <a:p>
            <a:r>
              <a:t>   - AI教练个性化可执行建议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三个核心反转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结构反转：把一次性的投递赌博，变成可重复的1000次完整春招预演</a:t>
            </a:r>
          </a:p>
          <a:p>
            <a:r>
              <a:t>2. 载体反转：从静态PDF简历，变成可交互面试的“数字分身”</a:t>
            </a:r>
          </a:p>
          <a:p>
            <a:r>
              <a:t>3. 决策反转：不是含糊地“建议你怎么做”，而是直接展示不同选择在1000次模拟中的“统计结果”</a:t>
            </a:r>
          </a:p>
          <a:p/>
          <a:p>
            <a:r>
              <a:t>竞品都在局部优化，我们在重新定义市场结构。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绝境案例：一位宝妈的真实推演（真数据·未美化）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画像：28岁 / 文科本科 / 2年全职带娃空窗 / 目标项目管理</a:t>
            </a:r>
          </a:p>
          <a:p>
            <a:r>
              <a:t>在约300家公司市场里，每档各真跑8次（共24次真实LLM沙盘）：</a:t>
            </a:r>
          </a:p>
          <a:p/>
          <a:p>
            <a:r>
              <a:t>① 残酷现实（原始）：平均投52份 → 0面试 · 0 offer（8/8全军覆没）</a:t>
            </a:r>
          </a:p>
          <a:p>
            <a:r>
              <a:t>② 只改包装（带娃重构为多线程+主攻创业公司+薪资-10%）：仍 0 offer（8/8）</a:t>
            </a:r>
          </a:p>
          <a:p>
            <a:r>
              <a:t>③ 真补硬实力（PMP拿证+两个真实项目，含金量25→50）：本赛道仍 0 offer（8/8）</a:t>
            </a:r>
          </a:p>
          <a:p/>
          <a:p>
            <a:r>
              <a:t>沙盘诚实的结论：她的瓶颈不是简历不够漂亮，是赛道错配——</a:t>
            </a:r>
          </a:p>
          <a:p>
            <a:r>
              <a:t>该市场约2/3岗位以技术岗打头、平均门槛≈80、超半数要求硕士，她根本够不着。</a:t>
            </a:r>
          </a:p>
          <a:p>
            <a:r>
              <a:t>真正的“后悔药”是趁早换一条能上桌的赛道，而非优化措辞。</a:t>
            </a:r>
          </a:p>
          <a:p>
            <a:r>
              <a:t>（数字全部真跑得到，结果就是“没翻盘”，如实呈现——诚实是产品立身之本）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技术架构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前端：Vue3 + Three.js (3D沙盘) + D3.js (可视化)</a:t>
            </a:r>
          </a:p>
          <a:p>
            <a:r>
              <a:t>后端：FastAPI + Python 3.10</a:t>
            </a:r>
          </a:p>
          <a:p>
            <a:r>
              <a:t>核心引擎：自研轻量 Multi-Agent 编排（不用LangGraph）</a:t>
            </a:r>
          </a:p>
          <a:p>
            <a:r>
              <a:t> - LLM tier路由，适配多种国内大模型</a:t>
            </a:r>
          </a:p>
          <a:p>
            <a:r>
              <a:t> - Candidate/CompanyHR/Interviewer Agent</a:t>
            </a:r>
          </a:p>
          <a:p>
            <a:r>
              <a:t>部署方案：</a:t>
            </a:r>
          </a:p>
          <a:p>
            <a:r>
              <a:t> - Azure VM + Caddy + Cloudflare CDN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商业模式：主战场是高校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主营收：高校就业指导中心（to G SaaS订阅）</a:t>
            </a:r>
          </a:p>
          <a:p>
            <a:r>
              <a:t> - 购买群体级人才洞察，将就业指导从“经验驱动”升级为“数据驱动”</a:t>
            </a:r>
          </a:p>
          <a:p/>
          <a:p>
            <a:r>
              <a:t>获客层：C端应届生（免费+数据飞轮）</a:t>
            </a:r>
          </a:p>
          <a:p>
            <a:r>
              <a:t> - 口碑传播渗透校内，反推学校采购</a:t>
            </a:r>
          </a:p>
          <a:p/>
          <a:p>
            <a:r>
              <a:t>第二曲线：B端企业与招聘平台</a:t>
            </a:r>
          </a:p>
          <a:p>
            <a:r>
              <a:t> - 企业反向品牌报告（你公司在应届生眼里的真实画像）</a:t>
            </a:r>
          </a:p>
          <a:p>
            <a:r>
              <a:t> - 与招聘平台集成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数字孪生对齐引擎（愿景/路线图，尚未实现）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【本页为接入智联真实数据后的规划，当前尚未实现】</a:t>
            </a:r>
          </a:p>
          <a:p/>
          <a:p>
            <a:r>
              <a:t>现状（冷启动）：</a:t>
            </a:r>
          </a:p>
          <a:p>
            <a:r>
              <a:t> - 沙盘里约300个HR Agent的偏好完全由LLM先验知识驱动</a:t>
            </a:r>
          </a:p>
          <a:p>
            <a:r>
              <a:t> - 尚未被任何一条真实招聘行为数据校准过</a:t>
            </a:r>
          </a:p>
          <a:p/>
          <a:p>
            <a:r>
              <a:t>规划（接入智联数据后）：</a:t>
            </a:r>
          </a:p>
          <a:p>
            <a:r>
              <a:t> - 接入平台真实行为数据（已读不回/发起沟通/发放offer）</a:t>
            </a:r>
          </a:p>
          <a:p>
            <a:r>
              <a:t> - 用强化学习持续校准HR Agent的偏好分布</a:t>
            </a:r>
          </a:p>
          <a:p>
            <a:r>
              <a:t> - 使沙盘从孤立模拟升级为招聘市场的“实时数字孪生”</a:t>
            </a:r>
          </a:p>
          <a:p/>
          <a:p>
            <a:r>
              <a:t>诚实边界：这一步没有回测数据支撑效果，讲的是方向，不是成果——也是我们希望通过本次决赛促成的合作方向。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数据合规（0风险）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所有数据均为合成数据：</a:t>
            </a:r>
          </a:p>
          <a:p>
            <a:r>
              <a:t> - 49家虚构公司全部代号化（无真实名称）</a:t>
            </a:r>
          </a:p>
          <a:p>
            <a:r>
              <a:t> - 200名求职者均为化名生成的persona</a:t>
            </a:r>
          </a:p>
          <a:p/>
          <a:p>
            <a:r>
              <a:t>双层兜底拦截：</a:t>
            </a:r>
          </a:p>
          <a:p>
            <a:r>
              <a:t> - Prompt约束不准出现真名</a:t>
            </a:r>
          </a:p>
          <a:p>
            <a:r>
              <a:t> - 落盘前强字典扫描替换（47家真公司名拦截）</a:t>
            </a:r>
          </a:p>
          <a:p/>
          <a:p>
            <a:r>
              <a:t>零PII处理：</a:t>
            </a:r>
          </a:p>
          <a:p>
            <a:r>
              <a:t> - 用户上传简历仅驻留会话内存，不上云不留存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团队与未来展望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团队构成：</a:t>
            </a:r>
          </a:p>
          <a:p>
            <a:r>
              <a:t> - tljcpa (跨考非科班学生)</a:t>
            </a:r>
          </a:p>
          <a:p>
            <a:r>
              <a:t> - Claude Code (AI 辅助结对)</a:t>
            </a:r>
          </a:p>
          <a:p>
            <a:r>
              <a:t> - 这是AI赋能下，1个人+AI完成完整产品开发的真实样本</a:t>
            </a:r>
          </a:p>
          <a:p/>
          <a:p>
            <a:r>
              <a:t>未来诉求：</a:t>
            </a:r>
          </a:p>
          <a:p>
            <a:r>
              <a:t> - 期望加入智联生态合作</a:t>
            </a:r>
          </a:p>
          <a:p>
            <a:r>
              <a:t> - 寻求种子轮投资（100-200万）</a:t>
            </a:r>
          </a:p>
          <a:p>
            <a:r>
              <a:t> - 校园渠道推广与公开数据合作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