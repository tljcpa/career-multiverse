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把整个春招反复推演，用统计结论替代单次赌博</a:t>
            </a:r>
          </a:p>
        </p:txBody>
      </p:sp>
      <p:pic>
        <p:nvPicPr>
          <p:cNvPr id="3" name="Picture 2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offer 率 98.4% / 平均 5.3 offer / 中位薪资 53 万 / 第 10 周落定 / 去向分散在声剧-γ·鲸火-1·云枢等 8+ 家——基于数十次真实模拟的统计结论，引擎可放大到全量真实市场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从预测未来，到实验未来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现有 AI 求职工具：当前数据 → 一个预测结果（简历改词 / 面试外挂 / 词袋匹配）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我们：当前状态 → 构建虚拟市场 → 观察演化 → 反事实分析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从推荐系统到模拟系统的跃迁——改变一个条件，看结局怎么变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身位差：别人打磨更快的镰刀，我们造气候模拟器——工具改变效率，只有沙盘能改变战略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three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LLM 五维画像评估，透明不黑盒</a:t>
            </a:r>
          </a:p>
        </p:txBody>
      </p:sp>
      <p:pic>
        <p:nvPicPr>
          <p:cNvPr id="3" name="Picture 2" descr="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每维附评分理由（引用简历证据）+ 学校档 / 学历档双维度加成，综合分可展开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3D 沙盘：约 300 家公司星团 · 你的数字分身</a:t>
            </a:r>
          </a:p>
        </p:txBody>
      </p:sp>
      <p:pic>
        <p:nvPicPr>
          <p:cNvPr id="3" name="Picture 2" descr="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每家公司独立 HR Agent，可现场采访；点击公司节点触发投递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反事实预演：从预测未来，到实验未来（核心卖点）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拖动三个滑块：简历质量 / 项目含金量 / 学校档，系统把市场重新推演一遍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输出 offer 数、薪资、去向的变化——例：项目含金量 +15 → 平均 offer 从 5.3 升到 9.4、中位薪资从 53 万升到 62 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不止告诉你「简历 80 分」，更告诉你「改了会怎样」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把职业规划从玄学，变成基于概率与因果的科学决策（现场 demo 可动态演示）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从 demo 到全量：我们的引擎 × 平台的数据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现在：约 300 家虚构公司的沙盘——作用是证明引擎跑得通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核心资产不是数据量，是「让人才市场可实验」的引擎与方法论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接入平台级全量真实数据 + 算力 → 覆盖真实市场的人才市场数字孪生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这正是与平台最自然的合作：我们出引擎和方法，平台出数据、算力、场景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「缺数据」不是短板，是合作接口；全量下用分层架构（粗筛 + 精模拟）承接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微软雅黑"/>
              </a:rPr>
              <a:t>数字孪生对齐引擎（愿景 / 路线图，尚未实现）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【本页讲的是接入智联真实数据后的规划，不是已经做到的事】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现状 · 冷启动：约 300 个 HR Agent 的偏好完全由 LLM 先验知识驱动，尚未被任何一条真实招聘数据校准过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规划 · 接入数据后：用智联平台每日真实行为数据（已读不回 / 发起沟通 / 发放 offer）+ 强化学习持续校准 HR Agent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愿景：沙盘从孤立的模拟，升级为招聘市场的「实时数字孪生」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诚实边界：这一步没有回测数据支撑效果，讲的是方向而非成果——也是我们想促成与智联合作的原因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微软雅黑"/>
              </a:rPr>
              <a:t>人力资本市场的量化回测沙盘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金融投资 10 万都先跑一万次回测；择业这种人生最大投资、企业几百万招聘成本却仍靠肉身试错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接入真实数据后，这里可以是招聘界的「彭博终端」：C 端职业生涯 GPS 卖确定性，B 端雇主品牌与薪酬动态定价沙盘（调薪前先跑一遍，看人才流失率变化，省下真实试错成本，想象空间最大）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我们判断高校可能最先跑通（有就业率 KPI + 预算），但这是待验证的假设，不是算好的账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早期该做的是找标杆校验证真实付费意愿、转起数据飞轮，而非纸面财务预测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855F7"/>
                </a:solidFill>
                <a:latin typeface="微软雅黑"/>
              </a:rPr>
              <a:t>非科班单人 · 22 天 · AI 当队友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创作者 tljcpa：机械原理跨考考研中，非计算机科班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AI（Claude Code）做工程实现，核心创意 / 产品方向 / 架构决策由本人主导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落地证据：真实录屏演示 + 开源代码（可本地部署）+ 线上可访问 demo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E5E9F0"/>
                </a:solidFill>
                <a:latin typeface="微软雅黑"/>
              </a:rPr>
              <a:t>求职不该是一场只有一次的赌博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2D3EE"/>
                </a:solidFill>
                <a:latin typeface="微软雅黑"/>
              </a:rPr>
              <a:t>让人才市场——先实验，再决策；不要用你唯一真实的人生去试错</a:t>
            </a:r>
          </a:p>
        </p:txBody>
      </p:sp>
      <p:pic>
        <p:nvPicPr>
          <p:cNvPr id="4" name="Picture 3" descr="demo-二维码-multi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411480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3A7"/>
                </a:solidFill>
                <a:latin typeface="微软雅黑"/>
              </a:rPr>
              <a:t>扫码体验 multiverse.zdwktlj.top  ·  github.com/tljcpa/career-multiverse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